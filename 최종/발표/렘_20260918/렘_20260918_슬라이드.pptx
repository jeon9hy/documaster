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좋아하는 히로인 설문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B93F"/>
              </a:solidFill>
              <a:effectLst/>
            </c:spPr>
          </c:dPt>
          <c:dPt>
            <c:idx val="1"/>
            <c:bubble3D val="0"/>
            <c:spPr>
              <a:solidFill>
                <a:srgbClr val="E5E1D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41F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41F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렘 (642표)</c:v>
                </c:pt>
                <c:pt idx="1">
                  <c:v>그 외 (394표)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61.97</c:v>
                </c:pt>
                <c:pt idx="1">
                  <c:v>38.03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1F1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1B7A9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3840480" cy="3840480"/>
          </a:xfrm>
          <a:prstGeom prst="ellipse">
            <a:avLst/>
          </a:prstGeom>
          <a:solidFill>
            <a:srgbClr val="E2876F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완벽해서가 아니라,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렘이라서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『Re:ゼロから始める異世界生活』 렘을 좋아할 수밖에 없는 이유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렘은 누구인가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1B7A99">
              <a:alpha val="88000"/>
            </a:srgbClr>
          </a:solidFill>
          <a:ln/>
        </p:spPr>
      </p:sp>
      <p:pic>
        <p:nvPicPr>
          <p:cNvPr id="4" name="Image 0" descr="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4767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65960" y="1755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종족과 소속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965960" y="206654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오니족 생존자 · 로즈왈 저택의 메이드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822960" cy="822960"/>
          </a:xfrm>
          <a:prstGeom prst="ellipse">
            <a:avLst/>
          </a:prstGeom>
          <a:solidFill>
            <a:srgbClr val="1B7A99">
              <a:alpha val="88000"/>
            </a:srgbClr>
          </a:solidFill>
          <a:ln/>
        </p:spPr>
      </p:sp>
      <p:pic>
        <p:nvPicPr>
          <p:cNvPr id="8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1821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2990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관계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965960" y="33009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람의 쌍둥이 여동생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822960" y="4206240"/>
            <a:ext cx="822960" cy="822960"/>
          </a:xfrm>
          <a:prstGeom prst="ellipse">
            <a:avLst/>
          </a:prstGeom>
          <a:solidFill>
            <a:srgbClr val="1B7A99">
              <a:alpha val="88000"/>
            </a:srgbClr>
          </a:solidFill>
          <a:ln/>
        </p:spPr>
      </p:sp>
      <p:pic>
        <p:nvPicPr>
          <p:cNvPr id="12" name="Image 2" descr="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41655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65960" y="4224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캐스팅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965960" y="45354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일본어 성우: 미나세 이노리(水瀬いのり)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TV 애니메이션 공식 사이트, 원작 공식 사이트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언니 람, 그리고 위축된 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09360" y="155448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1B7A9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309360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25603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뛰어난 재능, 비교의 기준점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8A8178">
              <a:alpha val="2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017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렘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늘 언니와 비교당하며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자신을 낮게 여긴다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120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오니족 쌍둥이 출생에는 금기가 따르고, 언니 람은 뛰어난 재능으로 비교당하며 렘은 위축된다.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원작 웹소설 제2장 47화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1B7A9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3840480" cy="3840480"/>
          </a:xfrm>
          <a:prstGeom prst="ellipse">
            <a:avLst/>
          </a:prstGeom>
          <a:solidFill>
            <a:srgbClr val="E2876F">
              <a:alpha val="14000"/>
            </a:srgbClr>
          </a:solidFill>
          <a:ln/>
        </p:spPr>
      </p:sp>
      <p:pic>
        <p:nvPicPr>
          <p:cNvPr id="4" name="Image 0" descr="icons/t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48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1887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언니의 뿔이 부러지던 순간,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렘은 질투와 안도, 그리고 죄책감을 동시에 느꼈다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51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“아, 드디어 부러져 줬어”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B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ああ、やっと折れてくれた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원작 웹소설 제2장 47화 「レム」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rossh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486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마녀의 냄새, 그리고 공격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마녀 냄새를 맡은 렘은 스바루를 직접 공격하고 심문했다 — 하지만 치명타의 주체는 분명하지 않다.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3108960"/>
            <a:ext cx="8961120" cy="1188720"/>
          </a:xfrm>
          <a:prstGeom prst="roundRect">
            <a:avLst>
              <a:gd name="adj" fmla="val 6154"/>
            </a:avLst>
          </a:prstGeom>
          <a:solidFill>
            <a:srgbClr val="F7E4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32004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장면의 마지막 치명타는 원문에서 '무언가에 의해'로만 서술되며, 렘 혼자만의 공격이라고 단정할 수 없다.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원작 웹소설 제2장 21화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“언니의 대체품이 아니야”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9418320" cy="1920240"/>
          </a:xfrm>
          <a:prstGeom prst="roundRect">
            <a:avLst>
              <a:gd name="adj" fmla="val 3810"/>
            </a:avLst>
          </a:prstGeom>
          <a:solidFill>
            <a:srgbClr val="1B7A99">
              <a:alpha val="12000"/>
            </a:srgbClr>
          </a:solidFill>
          <a:ln/>
        </p:spPr>
      </p:sp>
      <p:pic>
        <p:nvPicPr>
          <p:cNvPr id="4" name="Image 0" descr="icons/hand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0116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「レムがいてくれてよかったよ。ありがとう」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74320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“렘이 있어줘서 다행이야. 고마워.” — 스바루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스바루는 렘을 언니의 대체품으로 보는 그녀 자신의 정의에 반박하고, 서로 의지하며 미래를 말하자고 한다.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원작 웹소설 제2장 49화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un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436" y="18288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묶인 손을 풀어준 사람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8404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치명상을 입고도, 렘은 스바루의 손을 풀고 그가 살기를 바랐다.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원작 웹소설 제3장 39화 「奇跡」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도망칠 수 없다면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0" y="1005840"/>
            <a:ext cx="5760720" cy="3291840"/>
          </a:xfrm>
          <a:prstGeom prst="ellipse">
            <a:avLst/>
          </a:prstGeom>
          <a:solidFill>
            <a:srgbClr val="8A8178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760720" y="21945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백경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63040" y="3566160"/>
            <a:ext cx="1280160" cy="1280160"/>
          </a:xfrm>
          <a:prstGeom prst="ellipse">
            <a:avLst/>
          </a:prstGeom>
          <a:solidFill>
            <a:srgbClr val="1B7A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3794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렘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749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도주가 어렵다고 판단한 렘은 스바루의 만류를 뿌리치고 백경을 맞서기 위해 마차에서 내린다.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0"/>
            <a:ext cx="8961120" cy="594360"/>
          </a:xfrm>
          <a:prstGeom prst="roundRect">
            <a:avLst>
              <a:gd name="adj" fmla="val 12308"/>
            </a:avLst>
          </a:prstGeom>
          <a:solidFill>
            <a:srgbClr val="F7E4D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60350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행동의 동기를 전적으로 '자기혐오 극복'으로 규정하지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1B7A9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3840480" cy="3840480"/>
          </a:xfrm>
          <a:prstGeom prst="ellipse">
            <a:avLst/>
          </a:prstGeom>
          <a:solidFill>
            <a:srgbClr val="E2876F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스바루 군은 렘의 영웅입니다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「――だって、スバルくんはレムの英雄なんです」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EFB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「レムは、スバルくんを愛しています」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작가 원작 웹소설(2013-01-08, 「ゼロから」) — 애니메이션 음성·자막·공식 번역과 문구가 동일함을 보증하지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v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486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숫자로 보는 팬들의 마음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FB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61.97%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880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642표 / 1,036표 · 1위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383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2016년, 팬들은 실제로 렘을 1위로 뽑았다.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766560" y="146304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46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E4D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85800" y="4937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수치는 Character JAPAN '좋아하는 히로인' 설문 결과이며, 같은 기사의 '무릎베개 희망' 설문과는 다른 질문이다. 원 사이트·투표 기간·중복 참여 제한은 확인되지 않았다.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Character JAPAN, 2016-09-20 발표(ウレぴあ総研 재게시)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hoepr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515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7373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완벽한 극복이 아니라,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걷는 변화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457200" y="4206240"/>
            <a:ext cx="9601200" cy="1188720"/>
          </a:xfrm>
          <a:prstGeom prst="roundRect">
            <a:avLst>
              <a:gd name="adj" fmla="val 6154"/>
            </a:avLst>
          </a:prstGeom>
          <a:solidFill>
            <a:srgbClr val="F7E4D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4297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행동들의 동기를 전적으로 '자기혐오 극복'이나 '자기 부정의 완전한 극복'으로 규정하지 않는다. 원문에는 단독 행동을 속죄 심리와 연결해 비판하는 대화가 함께 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1B7A9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3840480" cy="3840480"/>
          </a:xfrm>
          <a:prstGeom prst="ellipse">
            <a:avLst/>
          </a:prstGeom>
          <a:solidFill>
            <a:srgbClr val="E2876F">
              <a:alpha val="14000"/>
            </a:srgbClr>
          </a:solidFill>
          <a:ln/>
        </p:spPr>
      </p:sp>
      <p:pic>
        <p:nvPicPr>
          <p:cNvPr id="4" name="Image 0" descr="icons/hea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19456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B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렘을 좋아할 수밖에 없다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480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부정에서 출발해, 한 사람의 인정으로 관계를 다시 쌓아가는 이야기.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2026-09-18T13:40:12Z</dcterms:created>
  <dcterms:modified xsi:type="dcterms:W3CDTF">2026-09-18T13:40:12Z</dcterms:modified>
</cp:coreProperties>
</file>